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3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D803-BA17-46BB-99CB-BDDBEF8C6C84}" type="datetimeFigureOut">
              <a:rPr lang="fr-CA" smtClean="0"/>
              <a:t>2024-04-26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B6CA-0827-47CE-ACA1-18D0471D8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86868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D803-BA17-46BB-99CB-BDDBEF8C6C84}" type="datetimeFigureOut">
              <a:rPr lang="fr-CA" smtClean="0"/>
              <a:t>2024-04-26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B6CA-0827-47CE-ACA1-18D0471D8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19873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D803-BA17-46BB-99CB-BDDBEF8C6C84}" type="datetimeFigureOut">
              <a:rPr lang="fr-CA" smtClean="0"/>
              <a:t>2024-04-26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B6CA-0827-47CE-ACA1-18D0471D8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04724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D803-BA17-46BB-99CB-BDDBEF8C6C84}" type="datetimeFigureOut">
              <a:rPr lang="fr-CA" smtClean="0"/>
              <a:t>2024-04-26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B6CA-0827-47CE-ACA1-18D0471D8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20097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D803-BA17-46BB-99CB-BDDBEF8C6C84}" type="datetimeFigureOut">
              <a:rPr lang="fr-CA" smtClean="0"/>
              <a:t>2024-04-26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B6CA-0827-47CE-ACA1-18D0471D8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2098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D803-BA17-46BB-99CB-BDDBEF8C6C84}" type="datetimeFigureOut">
              <a:rPr lang="fr-CA" smtClean="0"/>
              <a:t>2024-04-26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B6CA-0827-47CE-ACA1-18D0471D8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17714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D803-BA17-46BB-99CB-BDDBEF8C6C84}" type="datetimeFigureOut">
              <a:rPr lang="fr-CA" smtClean="0"/>
              <a:t>2024-04-26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B6CA-0827-47CE-ACA1-18D0471D8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310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D803-BA17-46BB-99CB-BDDBEF8C6C84}" type="datetimeFigureOut">
              <a:rPr lang="fr-CA" smtClean="0"/>
              <a:t>2024-04-26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B6CA-0827-47CE-ACA1-18D0471D8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5427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D803-BA17-46BB-99CB-BDDBEF8C6C84}" type="datetimeFigureOut">
              <a:rPr lang="fr-CA" smtClean="0"/>
              <a:t>2024-04-26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B6CA-0827-47CE-ACA1-18D0471D8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914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D803-BA17-46BB-99CB-BDDBEF8C6C84}" type="datetimeFigureOut">
              <a:rPr lang="fr-CA" smtClean="0"/>
              <a:t>2024-04-26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B6CA-0827-47CE-ACA1-18D0471D8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41304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CD803-BA17-46BB-99CB-BDDBEF8C6C84}" type="datetimeFigureOut">
              <a:rPr lang="fr-CA" smtClean="0"/>
              <a:t>2024-04-26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AB6CA-0827-47CE-ACA1-18D0471D8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88075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CD803-BA17-46BB-99CB-BDDBEF8C6C84}" type="datetimeFigureOut">
              <a:rPr lang="fr-CA" smtClean="0"/>
              <a:t>2024-04-26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AB6CA-0827-47CE-ACA1-18D0471D8EB3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38742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ditor.p5js.org/sylvainberube/sketches/jEx3SgYKa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codepen.io/Grilly86/pen/yvoVja" TargetMode="External"/><Relationship Id="rId4" Type="http://schemas.openxmlformats.org/officeDocument/2006/relationships/hyperlink" Target="https://www.youtube.com/watch?v=lc8I-u9kwiQ&amp;t=54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13" y="2000384"/>
            <a:ext cx="11007906" cy="189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88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lune, sphère, obscurité, objet astronomique&#10;&#10;Description générée automatiquement">
            <a:extLst>
              <a:ext uri="{FF2B5EF4-FFF2-40B4-BE49-F238E27FC236}">
                <a16:creationId xmlns:a16="http://schemas.microsoft.com/office/drawing/2014/main" id="{CCA6D0C1-938F-BC40-C7A6-B98D0E0A87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690" y="147831"/>
            <a:ext cx="4858328" cy="657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4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59564"/>
            <a:ext cx="11912752" cy="2054225"/>
          </a:xfrm>
          <a:prstGeom prst="rect">
            <a:avLst/>
          </a:prstGeom>
        </p:spPr>
      </p:pic>
      <p:pic>
        <p:nvPicPr>
          <p:cNvPr id="5" name="Image 4" descr="Une image contenant lune, sphère, obscurité, objet astronomique&#10;&#10;Description générée automatiquement">
            <a:extLst>
              <a:ext uri="{FF2B5EF4-FFF2-40B4-BE49-F238E27FC236}">
                <a16:creationId xmlns:a16="http://schemas.microsoft.com/office/drawing/2014/main" id="{CCA6D0C1-938F-BC40-C7A6-B98D0E0A87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727" y="175540"/>
            <a:ext cx="2900218" cy="392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439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5F804-047D-3159-2061-C1A0296AF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EC4CD4-4F4F-CBF7-7F5A-745234110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00895"/>
          </a:xfrm>
        </p:spPr>
        <p:txBody>
          <a:bodyPr>
            <a:normAutofit/>
          </a:bodyPr>
          <a:lstStyle/>
          <a:p>
            <a:pPr algn="ctr"/>
            <a:r>
              <a:rPr lang="fr-CA" sz="4800" dirty="0">
                <a:latin typeface="Cambria" panose="02040503050406030204" pitchFamily="18" charset="0"/>
                <a:ea typeface="Cambria" panose="02040503050406030204" pitchFamily="18" charset="0"/>
              </a:rPr>
              <a:t>Pendule double</a:t>
            </a:r>
          </a:p>
        </p:txBody>
      </p:sp>
      <p:pic>
        <p:nvPicPr>
          <p:cNvPr id="4" name="Image 3" descr="Une image contenant lune, sphère, obscurité, objet astronomique&#10;&#10;Description générée automatiquement">
            <a:extLst>
              <a:ext uri="{FF2B5EF4-FFF2-40B4-BE49-F238E27FC236}">
                <a16:creationId xmlns:a16="http://schemas.microsoft.com/office/drawing/2014/main" id="{CCA6D0C1-938F-BC40-C7A6-B98D0E0A87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89" y="932921"/>
            <a:ext cx="3758421" cy="508740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5D55B29-1BE5-C295-4973-B51E4F37F251}"/>
              </a:ext>
            </a:extLst>
          </p:cNvPr>
          <p:cNvSpPr txBox="1"/>
          <p:nvPr/>
        </p:nvSpPr>
        <p:spPr>
          <a:xfrm>
            <a:off x="2209799" y="5928343"/>
            <a:ext cx="8239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dirty="0" smtClean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https://editor.p5js.org/sylvainberube/sketches/jEx3SgYKa</a:t>
            </a:r>
            <a:endParaRPr lang="fr-CA" dirty="0" smtClean="0">
              <a:solidFill>
                <a:schemeClr val="bg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fr-CA" dirty="0" smtClean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</a:t>
            </a:r>
            <a:r>
              <a:rPr lang="fr-CA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://</a:t>
            </a:r>
            <a:r>
              <a:rPr lang="fr-CA" dirty="0" smtClean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www.youtube.com/watch?v=lc8I-u9kwiQ&amp;t=54s</a:t>
            </a:r>
            <a:endParaRPr lang="fr-CA" dirty="0" smtClean="0">
              <a:solidFill>
                <a:schemeClr val="bg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fr-CA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</a:t>
            </a:r>
            <a:r>
              <a:rPr lang="fr-CA" dirty="0" smtClean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codepen.io/Grilly86/pen/yvoVja</a:t>
            </a:r>
            <a:endParaRPr lang="fr-CA" dirty="0" smtClean="0">
              <a:solidFill>
                <a:schemeClr val="bg1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44E0FA6-79DE-1F27-3DA3-E5B19FD0A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821" y="2263109"/>
            <a:ext cx="8474179" cy="242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0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11</Words>
  <Application>Microsoft Office PowerPoint</Application>
  <PresentationFormat>Grand écran</PresentationFormat>
  <Paragraphs>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</vt:lpstr>
      <vt:lpstr>Thème Office</vt:lpstr>
      <vt:lpstr>Présentation PowerPoint</vt:lpstr>
      <vt:lpstr>Présentation PowerPoint</vt:lpstr>
      <vt:lpstr>Présentation PowerPoint</vt:lpstr>
      <vt:lpstr>Pendule double</vt:lpstr>
    </vt:vector>
  </TitlesOfParts>
  <Company>Cegep de Sherbrooke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Bérubé, Sylvain</dc:creator>
  <cp:lastModifiedBy>Bérubé, Sylvain</cp:lastModifiedBy>
  <cp:revision>4</cp:revision>
  <dcterms:created xsi:type="dcterms:W3CDTF">2024-04-26T14:28:50Z</dcterms:created>
  <dcterms:modified xsi:type="dcterms:W3CDTF">2024-04-26T16:30:24Z</dcterms:modified>
</cp:coreProperties>
</file>