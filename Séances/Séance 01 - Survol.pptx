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3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835294-9A06-A74D-D53C-917CA969D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7EC4B8A-101E-12F3-89AF-3AAAC67A7A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182C68-9EE1-F87D-9CF8-863AEC866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7EB45-F00F-4DF5-A7F6-673A5056BA13}" type="datetimeFigureOut">
              <a:rPr lang="fr-CA" smtClean="0"/>
              <a:t>2024-01-25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9DF28A-25DD-BA0F-4D67-A1A7720F2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BA5329-E454-CF54-2A6A-DF620CC38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29F6-608E-4789-A8DA-0C0E26E5232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05216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27316E-5985-3EF6-37BD-3D967544D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BAB13A-ED9E-94CE-0067-7C85E3AE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B7C447-3A57-DDE6-0FE5-378241713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7EB45-F00F-4DF5-A7F6-673A5056BA13}" type="datetimeFigureOut">
              <a:rPr lang="fr-CA" smtClean="0"/>
              <a:t>2024-01-25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F58CED-CFF3-EBBF-5EC0-3D788E37C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E75043-DFC4-5002-3BD2-1915444C9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29F6-608E-4789-A8DA-0C0E26E5232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55358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F7B157-07C2-9285-2584-1D7E00BD8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77B055F-6602-A328-5DDE-A37AC587E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D83390-D3B0-D150-4A72-B67AD0493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7EB45-F00F-4DF5-A7F6-673A5056BA13}" type="datetimeFigureOut">
              <a:rPr lang="fr-CA" smtClean="0"/>
              <a:t>2024-01-25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09715F-29A8-0F61-E7DE-6A4669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296769-177E-2A49-65E6-3D55C129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29F6-608E-4789-A8DA-0C0E26E5232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19460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931710-0DB0-12F9-A46F-9B11B756D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7F643E-6BAC-9BFF-3886-4F9A6E3936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501C85F-E722-A391-C14F-569A58967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368C18F-5740-A671-34EE-DD085F79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7EB45-F00F-4DF5-A7F6-673A5056BA13}" type="datetimeFigureOut">
              <a:rPr lang="fr-CA" smtClean="0"/>
              <a:t>2024-01-25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758AB82-15BB-9179-4720-A239DCAB4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F95F5A2-D5AB-5182-3401-A480AB850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29F6-608E-4789-A8DA-0C0E26E5232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94702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FA5483-3C8C-480F-3149-A28F70168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DC9A8E-76D6-EDB2-9CF9-D74B81C27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DDA911C-AA02-AD8D-D3E2-1CFB476B8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1423B37-89FC-E505-17F2-D27C44BA5E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2E4DE50-A30E-D7E0-B97C-84736F9A64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91EE23C-476E-FBF2-A99C-A3B4E90A6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7EB45-F00F-4DF5-A7F6-673A5056BA13}" type="datetimeFigureOut">
              <a:rPr lang="fr-CA" smtClean="0"/>
              <a:t>2024-01-25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F819AA2-7527-5DC7-C6FE-2E1C95846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FA6F4E7-A98D-80FE-6F20-823379A1B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29F6-608E-4789-A8DA-0C0E26E5232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91259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6F5D49-6052-BCFB-330B-0FFFB783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D00D24F-DBE6-41A3-FE85-B402E0BE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7EB45-F00F-4DF5-A7F6-673A5056BA13}" type="datetimeFigureOut">
              <a:rPr lang="fr-CA" smtClean="0"/>
              <a:t>2024-01-25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E2A35BF-60F1-FA0A-1A29-24B5DFAE0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BBA5CE0-5CF5-3F2F-F7BF-7816AB2AA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29F6-608E-4789-A8DA-0C0E26E5232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28902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59A3B23-ADFC-936C-2067-FB2ABFE82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7EB45-F00F-4DF5-A7F6-673A5056BA13}" type="datetimeFigureOut">
              <a:rPr lang="fr-CA" smtClean="0"/>
              <a:t>2024-01-25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426C393-B3A6-52C7-70A3-8BAED5342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D40512-DD8B-BCF6-1BAD-A5ACA746A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29F6-608E-4789-A8DA-0C0E26E5232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64004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DBE285-A99B-AA8A-5F63-2CD865A97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B7BE21-1EF4-3275-EAD0-63B80202D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1388648-4CB9-7042-FDEA-275A50BB0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300609-E2B5-C77F-A4C6-C5FB4C9BA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7EB45-F00F-4DF5-A7F6-673A5056BA13}" type="datetimeFigureOut">
              <a:rPr lang="fr-CA" smtClean="0"/>
              <a:t>2024-01-25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A8695F3-4640-7BA9-F4F2-3D8CAC68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03AF22-62DA-8D68-BBED-4A8B2B5EF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29F6-608E-4789-A8DA-0C0E26E5232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29975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E71F5E-28EC-B35C-6517-11359C40D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B568FFE-FCB1-695C-538D-5483060BA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B3814BC-31C2-0DFF-8DBE-9A8D3A435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944A570-56D8-3506-EC1F-662616A3A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7EB45-F00F-4DF5-A7F6-673A5056BA13}" type="datetimeFigureOut">
              <a:rPr lang="fr-CA" smtClean="0"/>
              <a:t>2024-01-25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2C19736-99D7-6881-1DA2-2F29C4DF1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81F4C2E-BF16-98C8-1FC1-2ED3CFB3B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29F6-608E-4789-A8DA-0C0E26E5232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3150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A0399A-CF2F-457B-C36C-CA63CAF26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71DA3EA-E9D5-3976-81BE-1EBFD199D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3C1E06-9B84-A45F-E9A8-31AACF158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7EB45-F00F-4DF5-A7F6-673A5056BA13}" type="datetimeFigureOut">
              <a:rPr lang="fr-CA" smtClean="0"/>
              <a:t>2024-01-25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726B98-5327-3291-1D2A-C74154D07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2B4E66-787C-7774-CAC7-A3439FE31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29F6-608E-4789-A8DA-0C0E26E5232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91519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8682F63-79C3-1503-619F-F3EBF2CEED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4DA16FE-9D94-C0E8-29F2-00069DFCC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C7C396-F16F-065C-A63A-EAF52952B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7EB45-F00F-4DF5-A7F6-673A5056BA13}" type="datetimeFigureOut">
              <a:rPr lang="fr-CA" smtClean="0"/>
              <a:t>2024-01-25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C5796A-F5D3-525C-2387-43DD72FD5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6763BE-C113-21F0-E211-C7A5A6B8B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29F6-608E-4789-A8DA-0C0E26E5232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31048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8BB05F4-CEF4-1109-A4EF-E8BA92528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7F529A-6051-845A-445D-07F24AF79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1B4DEC-1B5A-2F0D-A501-E7DC22F6BD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27EB45-F00F-4DF5-A7F6-673A5056BA13}" type="datetimeFigureOut">
              <a:rPr lang="fr-CA" smtClean="0"/>
              <a:t>2024-01-25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A3EB1D-9BDE-2D24-0BE9-5BDAA7BA1C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13D8C8-6DA7-781C-F3BE-F8E861F3C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529F6-608E-4789-A8DA-0C0E26E5232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5903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ogebra.org/classic/arf76txq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PH9q0HNBjT4?si=9qn26OfzaVMYv3HR&amp;t=847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youtu.be/PH9q0HNBjT4?si=fv5Rl0G1vGWPG89n&amp;t=123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3E5FC8DB-61E6-43DF-5BEB-EA5F34AEF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2696"/>
            <a:ext cx="10515600" cy="6052608"/>
          </a:xfrm>
        </p:spPr>
        <p:txBody>
          <a:bodyPr>
            <a:normAutofit/>
          </a:bodyPr>
          <a:lstStyle/>
          <a:p>
            <a:pPr algn="ctr"/>
            <a:r>
              <a:rPr lang="fr-CA" sz="8000" b="1" i="0" dirty="0">
                <a:latin typeface="Cambria" panose="02040503050406030204" pitchFamily="18" charset="0"/>
                <a:ea typeface="Cambria" panose="02040503050406030204" pitchFamily="18" charset="0"/>
              </a:rPr>
              <a:t>0,999999999… &lt; 1</a:t>
            </a:r>
            <a:r>
              <a:rPr lang="fr-CA" sz="8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fr-CA" sz="8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CA" sz="8000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</a:t>
            </a:r>
            <a:r>
              <a:rPr lang="fr-CA" sz="8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fr-CA" sz="8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CA" sz="8000" b="1" dirty="0">
                <a:latin typeface="Cambria" panose="02040503050406030204" pitchFamily="18" charset="0"/>
                <a:ea typeface="Cambria" panose="02040503050406030204" pitchFamily="18" charset="0"/>
              </a:rPr>
              <a:t>0,999999999… = 1</a:t>
            </a:r>
            <a:br>
              <a:rPr lang="fr-CA" sz="8000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CA" sz="8000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?</a:t>
            </a:r>
            <a:endParaRPr lang="fr-CA" sz="8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994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re 3">
                <a:extLst>
                  <a:ext uri="{FF2B5EF4-FFF2-40B4-BE49-F238E27FC236}">
                    <a16:creationId xmlns:a16="http://schemas.microsoft.com/office/drawing/2014/main" id="{3E5FC8DB-61E6-43DF-5BEB-EA5F34AEF72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6052608"/>
              </a:xfrm>
            </p:spPr>
            <p:txBody>
              <a:bodyPr>
                <a:normAutofit fontScale="90000"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A" sz="6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sz="6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sz="6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fr-CA" sz="6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CA" sz="6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sz="6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sz="6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fr-CA" sz="6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CA" sz="6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sz="6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sz="6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fr-CA" sz="6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CA" sz="6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sz="6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sz="6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fr-CA" sz="6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CA" sz="6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sz="6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sz="6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32</m:t>
                          </m:r>
                        </m:den>
                      </m:f>
                      <m:r>
                        <a:rPr lang="fr-CA" sz="6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+…= ?</m:t>
                      </m:r>
                    </m:oMath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fr-CA" sz="6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CA" sz="6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  <m:r>
                            <a:rPr lang="fr-CA" sz="6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CA" sz="6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fr-CA" sz="60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A" sz="60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fr-CA" sz="60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CA" sz="60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fr-CA" sz="60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fr-CA" sz="6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fr-CA" sz="6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itre 3">
                <a:extLst>
                  <a:ext uri="{FF2B5EF4-FFF2-40B4-BE49-F238E27FC236}">
                    <a16:creationId xmlns:a16="http://schemas.microsoft.com/office/drawing/2014/main" id="{3E5FC8DB-61E6-43DF-5BEB-EA5F34AEF7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605260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0548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re 3">
                <a:extLst>
                  <a:ext uri="{FF2B5EF4-FFF2-40B4-BE49-F238E27FC236}">
                    <a16:creationId xmlns:a16="http://schemas.microsoft.com/office/drawing/2014/main" id="{3E5FC8DB-61E6-43DF-5BEB-EA5F34AEF72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6052608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CA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CA" sz="2800" b="0" i="0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fr-CA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r>
                        <a:rPr lang="fr-CA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𝑥</m:t>
                      </m:r>
                      <m:r>
                        <a:rPr lang="fr-CA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CA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fr-CA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1⋅2⋅3</m:t>
                          </m:r>
                        </m:den>
                      </m:f>
                      <m:r>
                        <a:rPr lang="fr-CA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CA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r>
                            <a:rPr lang="fr-CA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1⋅2⋅3⋅4⋅5</m:t>
                          </m:r>
                        </m:den>
                      </m:f>
                      <m:r>
                        <a:rPr lang="fr-CA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CA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7</m:t>
                              </m:r>
                            </m:sup>
                          </m:sSup>
                        </m:num>
                        <m:den>
                          <m:r>
                            <a:rPr lang="fr-CA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1⋅2⋅3⋅4⋅5⋅6⋅7</m:t>
                          </m:r>
                        </m:den>
                      </m:f>
                      <m:r>
                        <a:rPr lang="fr-CA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+…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fr-CA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CA" sz="2800" b="0" i="0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fr-CA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fr-CA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fr-CA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1⋅2</m:t>
                          </m:r>
                        </m:den>
                      </m:f>
                      <m:r>
                        <a:rPr lang="fr-CA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CA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fr-CA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1⋅2⋅3⋅4</m:t>
                          </m:r>
                        </m:den>
                      </m:f>
                      <m:r>
                        <a:rPr lang="fr-CA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CA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r>
                            <a:rPr lang="fr-CA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1⋅2⋅3⋅4⋅5⋅6</m:t>
                          </m:r>
                        </m:den>
                      </m:f>
                      <m:r>
                        <a:rPr lang="fr-CA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+…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fr-CA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CA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fr-CA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fr-CA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=1+</m:t>
                      </m:r>
                      <m:r>
                        <a:rPr lang="fr-CA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𝑥</m:t>
                      </m:r>
                      <m:r>
                        <a:rPr lang="fr-CA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CA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fr-CA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1⋅2</m:t>
                          </m:r>
                        </m:den>
                      </m:f>
                      <m:r>
                        <a:rPr lang="fr-CA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CA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fr-CA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1⋅2⋅3</m:t>
                          </m:r>
                        </m:den>
                      </m:f>
                      <m:r>
                        <a:rPr lang="fr-CA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CA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fr-CA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fr-CA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1⋅2⋅3⋅4</m:t>
                          </m:r>
                        </m:den>
                      </m:f>
                      <m:r>
                        <a:rPr lang="fr-CA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+…</m:t>
                      </m:r>
                    </m:oMath>
                  </m:oMathPara>
                </a14:m>
                <a:r>
                  <a:rPr lang="fr-CA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/>
                </a:r>
                <a:br>
                  <a:rPr lang="fr-CA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fr-CA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fr-CA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fr-CA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𝒊</m:t>
                        </m:r>
                        <m:r>
                          <a:rPr lang="fr-CA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𝝅</m:t>
                        </m:r>
                      </m:sup>
                    </m:sSup>
                    <m:r>
                      <a:rPr lang="fr-CA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=−</m:t>
                    </m:r>
                    <m:r>
                      <a:rPr lang="fr-CA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𝟏</m:t>
                    </m:r>
                  </m:oMath>
                </a14:m>
                <a:r>
                  <a:rPr lang="fr-CA" sz="2800" b="1" dirty="0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</a:t>
                </a:r>
                <a:r>
                  <a:rPr lang="fr-CA" sz="2800" dirty="0">
                    <a:solidFill>
                      <a:srgbClr val="FFD1D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(</a:t>
                </a:r>
                <a:r>
                  <a:rPr lang="fr-CA" sz="2800" dirty="0" err="1">
                    <a:solidFill>
                      <a:srgbClr val="FFD1D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omg</a:t>
                </a:r>
                <a:r>
                  <a:rPr lang="fr-CA" sz="2800" dirty="0">
                    <a:solidFill>
                      <a:srgbClr val="FFD1D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!)</a:t>
                </a:r>
                <a:endParaRPr lang="fr-CA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itre 3">
                <a:extLst>
                  <a:ext uri="{FF2B5EF4-FFF2-40B4-BE49-F238E27FC236}">
                    <a16:creationId xmlns:a16="http://schemas.microsoft.com/office/drawing/2014/main" id="{3E5FC8DB-61E6-43DF-5BEB-EA5F34AEF7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605260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3041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3E5FC8DB-61E6-43DF-5BEB-EA5F34AEF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52608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fr-CA" sz="6000" dirty="0">
                <a:latin typeface="Cambria" panose="02040503050406030204" pitchFamily="18" charset="0"/>
                <a:ea typeface="Cambria" panose="02040503050406030204" pitchFamily="18" charset="0"/>
              </a:rPr>
              <a:t>Aire d’un cercle</a:t>
            </a:r>
            <a:r>
              <a:rPr lang="fr-CA" sz="28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fr-CA" sz="28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CA" sz="28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https://www.geogebra.org/classic/arf76txq</a:t>
            </a:r>
            <a:endParaRPr lang="fr-CA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274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re 3">
                <a:extLst>
                  <a:ext uri="{FF2B5EF4-FFF2-40B4-BE49-F238E27FC236}">
                    <a16:creationId xmlns:a16="http://schemas.microsoft.com/office/drawing/2014/main" id="{3E5FC8DB-61E6-43DF-5BEB-EA5F34AEF72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985818"/>
                <a:ext cx="10515600" cy="1505528"/>
              </a:xfrm>
            </p:spPr>
            <p:txBody>
              <a:bodyPr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CA" sz="6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CA" sz="6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𝑒</m:t>
                          </m:r>
                        </m:e>
                        <m:sup>
                          <m:func>
                            <m:funcPr>
                              <m:ctrlPr>
                                <a:rPr lang="fr-CA" sz="60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CA" sz="6000" b="0" i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CA" sz="60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CA" sz="60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fr-CA" sz="6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fr-CA" sz="6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itre 3">
                <a:extLst>
                  <a:ext uri="{FF2B5EF4-FFF2-40B4-BE49-F238E27FC236}">
                    <a16:creationId xmlns:a16="http://schemas.microsoft.com/office/drawing/2014/main" id="{3E5FC8DB-61E6-43DF-5BEB-EA5F34AEF7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985818"/>
                <a:ext cx="10515600" cy="150552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3">
            <a:extLst>
              <a:ext uri="{FF2B5EF4-FFF2-40B4-BE49-F238E27FC236}">
                <a16:creationId xmlns:a16="http://schemas.microsoft.com/office/drawing/2014/main" id="{3E5FC8DB-61E6-43DF-5BEB-EA5F34AEF724}"/>
              </a:ext>
            </a:extLst>
          </p:cNvPr>
          <p:cNvSpPr txBox="1">
            <a:spLocks/>
          </p:cNvSpPr>
          <p:nvPr/>
        </p:nvSpPr>
        <p:spPr>
          <a:xfrm>
            <a:off x="838200" y="3214255"/>
            <a:ext cx="105156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fr-CA" sz="2800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</a:t>
            </a:r>
            <a:r>
              <a:rPr lang="fr-CA" sz="2800" dirty="0" smtClean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youtu.be/PH9q0HNBjT4?si=9qn26OfzaVMYv3HR&amp;t=847</a:t>
            </a:r>
            <a:endParaRPr lang="fr-CA" sz="28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fr-CA" sz="2800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https://youtu.be/PH9q0HNBjT4?si=fv5Rl0G1vGWPG89n&amp;t=1238</a:t>
            </a:r>
            <a:endParaRPr lang="fr-CA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422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278</Words>
  <Application>Microsoft Office PowerPoint</Application>
  <PresentationFormat>Grand écran</PresentationFormat>
  <Paragraphs>7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</vt:lpstr>
      <vt:lpstr>Cambria Math</vt:lpstr>
      <vt:lpstr>Thème Office</vt:lpstr>
      <vt:lpstr>0,999999999… &lt; 1 ou 0,999999999… = 1 ?</vt:lpstr>
      <vt:lpstr>1/2+1/4+1/8+1/16+1/32+…= ? ∑_(n=1)^∞▒1/2^n = ?</vt:lpstr>
      <vt:lpstr>sin⁡(x)=x-x^3/(1⋅2⋅3)+x^5/(1⋅2⋅3⋅4⋅5)-x^7/(1⋅2⋅3⋅4⋅5⋅6⋅7)+… cos⁡(x)=1-x^2/(1⋅2)+x^4/(1⋅2⋅3⋅4)-x^6/(1⋅2⋅3⋅4⋅5⋅6)+… e^x=1+x+x^2/(1⋅2)+x^3/(1⋅2⋅3)+x^4/(1⋅2⋅3⋅4)+… e^iπ=-1  (omg!)</vt:lpstr>
      <vt:lpstr>Aire d’un cercle https://www.geogebra.org/classic/arf76txq</vt:lpstr>
      <vt:lpstr>e^(sin⁡(x)-1)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Sylvain Bérubé</dc:creator>
  <cp:lastModifiedBy>Bérubé, Sylvain</cp:lastModifiedBy>
  <cp:revision>7</cp:revision>
  <dcterms:created xsi:type="dcterms:W3CDTF">2024-01-06T16:41:26Z</dcterms:created>
  <dcterms:modified xsi:type="dcterms:W3CDTF">2024-01-25T19:40:48Z</dcterms:modified>
</cp:coreProperties>
</file>